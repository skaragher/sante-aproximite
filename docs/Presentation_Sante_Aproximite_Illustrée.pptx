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5A7A"/>
                </a:solidFill>
              </a:rPr>
              <a:t>SANTE APROXIMITE</a:t>
            </a:r>
          </a:p>
          <a:p>
            <a:r>
              <a:rPr sz="1600" b="0">
                <a:solidFill>
                  <a:srgbClr val="475569"/>
                </a:solidFill>
              </a:rPr>
              <a:t>Plateforme de pilotage sanitaire, d'orientation des soins et de coordination d'urgence</a:t>
            </a:r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7315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Pourquoi cette solution compte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241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Rapprocher les populations de l'offre de soins grace a la geolocalisation des centres.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Donner aux autorites une vision territoriale exploitable pour la planification et la supervision.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Mieux tracer les plaintes, la satisfaction et la qualite de service.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Accroitre la reactivite des services d'urgence avec la position GPS et le suivi des statuts.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1 - Dashboard strategique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Capture d'ecran illustrative basee sur l'interface du projet</a:t>
            </a:r>
          </a:p>
        </p:txBody>
      </p:sp>
      <p:pic>
        <p:nvPicPr>
          <p:cNvPr id="4" name="Picture 3" descr="01-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Synthese immediate des centres, utilisateurs et urgences.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Point d'entree ideal pour un ministere ou une cellule de pilotage.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Lecture rapide des indicateurs utiles a la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2 - Orientation vers les 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Recherche des centres a proximite et navigation</a:t>
            </a:r>
          </a:p>
        </p:txBody>
      </p:sp>
      <p:pic>
        <p:nvPicPr>
          <p:cNvPr id="4" name="Picture 3" descr="02-nearby-cen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L'usager visualise les centres les plus proches selon sa position.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Les services disponibles et le plateau technique sont directement visibles.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 module facilite l'orientation et limite les pertes de temps.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3 - Gestion des urgences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Suivi des alertes et coordination terrain</a:t>
            </a:r>
          </a:p>
        </p:txBody>
      </p:sp>
      <p:pic>
        <p:nvPicPr>
          <p:cNvPr id="4" name="Picture 3" descr="03-emergency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Reception des alertes avec geolocalisation du demandeur.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Suivi des etapes de prise en charge par le service competent.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Interet fort pour SAMU, pompiers, protection civile et centres de commandement.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4 - Plaintes et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Redevabilite et amelioration continue</a:t>
            </a:r>
          </a:p>
        </p:txBody>
      </p:sp>
      <p:pic>
        <p:nvPicPr>
          <p:cNvPr id="4" name="Picture 3" descr="04-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Les plaintes deviennent tracables, actionnables et mesurables.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Les evaluateurs disposent d'une synthese de satisfaction par perimetre.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 module renforce la confiance entre usagers, centres et autorites.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5 - Administration et gouvernance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Gestion des comptes, des centres et du referentiel territorial</a:t>
            </a:r>
          </a:p>
        </p:txBody>
      </p:sp>
      <p:pic>
        <p:nvPicPr>
          <p:cNvPr id="4" name="Picture 3" descr="05-settings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Gestion multi-roles: national, region, district, etablissement, urgence.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Validation des centres et pilotage de l'expansion territoriale.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Base solide pour un deploiement institutionnel a grande echelle.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Proposition de valeur pour les partenaires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241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Pour les autorites sanitaires: un outil de gouvernance, de supervision et d'equite d'acces.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Pour le gouvernement: une infrastructure numerique de service public visible et mesurable.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Pour les bailleurs: un projet a impact direct sur l'acces aux soins, l'urgence et la redevabilite.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Pour les partenaires techniques: une base evolutive integrant web, mobile et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Prochaine etape recommandee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241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Organiser une demonstration institutionnelle guidee.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Choisir un territoire pilote et definir les indicateurs de succes.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Structurer un partenariat en trois volets: technologie, deploiement, accompagnement.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Lancer ensuite la communication officielle et la mobilisation des bailleurs.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