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064240" cy="5806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Sante Aproximite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563EB"/>
                </a:solidFill>
              </a:rPr>
              <a:t>Version mobile complete
comptes, usages et 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Une plateforme mobile de terrain pour orienter les usagers, signaler les urgences, remonter les plaintes et outiller les equipes sanitaires et securitaires.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572000"/>
            <a:ext cx="2377440" cy="438912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360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Captures reelles du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749808"/>
            <a:ext cx="4023360" cy="5440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urren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950976"/>
            <a:ext cx="3803904" cy="5093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804672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Comptes pris en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Tous les profils utiles a l'ecosysteme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824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Usager / citoyen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50876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6824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Chef d'etablissement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59" y="150876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1" y="16824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National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50876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6824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Regulateur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77439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55117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39" y="2377439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255117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District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59" y="2377439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1" y="255117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SAMU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2377439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55117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Sapeurs-pompiers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4612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198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Police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39" y="324612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34198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Gendarmerie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59" y="3246120"/>
            <a:ext cx="21488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1" y="34198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</a:rPr>
              <a:t>Protection civile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La version mobile ne sert pas seulement l'usager : elle couvre aussi la supervision, la gestion des centres et les equipes d'intervention.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D97706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Parcours d'acces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Connexion differenciee selon le type de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657600" cy="4846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-launch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18488"/>
            <a:ext cx="3438144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103120" y="147218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Ce que cet ecran apporte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240280"/>
            <a:ext cx="164592" cy="164592"/>
          </a:xfrm>
          <a:prstGeom prst="roundRect">
            <a:avLst/>
          </a:prstGeom>
          <a:solidFill>
            <a:srgbClr val="D97706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2219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Choix rapide du profil : utilisateur simple, chef d'etablissement, SAMU / pompiers.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999232"/>
            <a:ext cx="164592" cy="164592"/>
          </a:xfrm>
          <a:prstGeom prst="roundRect">
            <a:avLst/>
          </a:prstGeom>
          <a:solidFill>
            <a:srgbClr val="D97706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98094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Point d'entree clair pour les usages grand public et professionnels.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758184"/>
            <a:ext cx="164592" cy="164592"/>
          </a:xfrm>
          <a:prstGeom prst="roundRect">
            <a:avLst/>
          </a:prstGeom>
          <a:solidFill>
            <a:srgbClr val="D97706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73989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Connexion legere par numero pour l'usager et connexion securisee par email pour les comptes professionnels.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4517136"/>
            <a:ext cx="164592" cy="164592"/>
          </a:xfrm>
          <a:prstGeom prst="roundRect">
            <a:avLst/>
          </a:prstGeom>
          <a:solidFill>
            <a:srgbClr val="D97706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4988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Une experience d'accueil simple, lisible et facile a expliquer a grande echelle.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Acces aux centres de sante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Recherche, proximite, navigation et satisfaction citoyenne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983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rren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371246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142646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Valeur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148840"/>
            <a:ext cx="164592" cy="164592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1305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Localisation immediate des centres proches autour de l'usager.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898648"/>
            <a:ext cx="164592" cy="164592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Consultation des services, du plateau technique et de la distance.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3648456"/>
            <a:ext cx="164592" cy="164592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630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Evaluation et satisfaction directement depuis le mobile.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398264"/>
            <a:ext cx="164592" cy="164592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43799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Navigation terrain vers le centre choisi sans passer par un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Menu citoyen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Les usages du quotidien disponibles dans une seule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983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nu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371246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142646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Valeur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148840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1305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Centres de sante, plaintes, suivi des plaintes, urgences sanitaires et urgences securitaires.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898648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Navigation simple entre modules sur le terrain.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3648456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630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Une experience qui regroupe orientation, alerte et redevabilite citoyenne.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398264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43799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Le meme mobile devient un guichet sanitaire de proximite.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DC2626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Urgence sanitaire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Signalement cible vers le bon service de secours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983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rgence-san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371246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142646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Valeur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148840"/>
            <a:ext cx="164592" cy="164592"/>
          </a:xfrm>
          <a:prstGeom prst="roundRect">
            <a:avLst/>
          </a:prstGeom>
          <a:solidFill>
            <a:srgbClr val="DC2626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1305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Choix du service de prise en charge : SAMU ou sapeurs-pompiers.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898648"/>
            <a:ext cx="164592" cy="164592"/>
          </a:xfrm>
          <a:prstGeom prst="roundRect">
            <a:avLst/>
          </a:prstGeom>
          <a:solidFill>
            <a:srgbClr val="DC2626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Typologie d'urgence adaptee au service selectionne.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3648456"/>
            <a:ext cx="164592" cy="164592"/>
          </a:xfrm>
          <a:prstGeom prst="roundRect">
            <a:avLst/>
          </a:prstGeom>
          <a:solidFill>
            <a:srgbClr val="DC2626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630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Ajout du lieu, de la description, de photos et de la position GPS.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398264"/>
            <a:ext cx="164592" cy="164592"/>
          </a:xfrm>
          <a:prstGeom prst="roundRect">
            <a:avLst/>
          </a:prstGeom>
          <a:solidFill>
            <a:srgbClr val="DC2626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43799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Reponse plus rapide grace a un signalement mieux qualifie.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Urgence securitaire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Alerte terrain pour police, gendarmerie ou protection civile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983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rgence-secur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371246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142646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Valeur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148840"/>
            <a:ext cx="164592" cy="164592"/>
          </a:xfrm>
          <a:prstGeom prst="round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1305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Adressage direct a l'autorite competente selon la menace.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898648"/>
            <a:ext cx="164592" cy="164592"/>
          </a:xfrm>
          <a:prstGeom prst="round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Photos, localisation GPS et description de l'incident.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3648456"/>
            <a:ext cx="164592" cy="164592"/>
          </a:xfrm>
          <a:prstGeom prst="round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630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Utilisable pour les agressions, affrontements, troubles ou sinistres.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398264"/>
            <a:ext cx="164592" cy="164592"/>
          </a:xfrm>
          <a:prstGeom prst="round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43799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 outil utile pour la securite communautaire et la gestion de crise.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Plaintes et retour citoyen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Un dispositif mobile de redevabilite et d'amelioration continue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931920" cy="4983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ai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72768"/>
            <a:ext cx="371246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142646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1827"/>
                </a:solidFill>
              </a:rPr>
              <a:t>Valeur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148840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1305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Recherche d'un centre ou plainte generale selon le 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898648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Sujets guides pour standardiser les remontes usagers.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3648456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3630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Suivi mobile des plaintes et de leur traitement.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4398264"/>
            <a:ext cx="164592" cy="164592"/>
          </a:xfrm>
          <a:prstGeom prst="round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43799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Renforcement de la confiance entre population et services de sante.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292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12064"/>
            <a:ext cx="1691640" cy="219456"/>
          </a:xfrm>
          <a:prstGeom prst="roundRect">
            <a:avLst/>
          </a:prstGeom>
          <a:solidFill>
            <a:srgbClr val="16A34A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38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</a:rPr>
              <a:t>Avantages strategiques de la version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786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Ce que le mobile apporte concretement au systeme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282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Accessibilite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0992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Le service est au plus proche de l'usager, directement dans sa poche.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Rapidité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3288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Moins de friction pour signaler, chercher, evaluer ou se faire orienter.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741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Terrain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5584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Les informations captent la realite du terrain : GPS, photos, contexte.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970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Synchronisation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7880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La base locale permet un usage plus robuste et une mise a jour progressive.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02005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Redevabilite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0176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Plaintes, satisfaction et notes donnent une voix au citoyen.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7442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</a:rPr>
              <a:t>Coordination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82472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</a:rPr>
              <a:t>Les urgences sanitaires et securitaires sont mieux routees vers les bons acteurs.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Pourquoi soutenir cette version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Elle rapproche l'usager du soin, structure les alertes, facilite la supervision et transforme le smartphone en outil sanitaire de terrain pour les citoyens comme pour les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389120"/>
            <a:ext cx="2971800" cy="475488"/>
          </a:xfrm>
          <a:prstGeom prst="roundRect">
            <a:avLst/>
          </a:prstGeom>
          <a:solidFill>
            <a:srgbClr val="0D9488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6227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 prete a demonstrer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868680"/>
            <a:ext cx="3291840" cy="5394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rgence-san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1069848"/>
            <a:ext cx="3072384" cy="50474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69680" y="923544"/>
            <a:ext cx="914400" cy="7315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