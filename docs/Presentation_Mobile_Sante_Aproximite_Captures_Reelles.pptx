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94360"/>
            <a:ext cx="11064240" cy="5669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046"/>
                </a:solidFill>
              </a:rPr>
              <a:t>Sante Aproximite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658D6"/>
                </a:solidFill>
              </a:rPr>
              <a:t>Presentation mobile attractive
avec captures d'ecran reelles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Une application mobile concue pour rapprocher les citoyens des services de sante, accelerer les signalements d'urgence et renforcer la confiance dans le systeme sanitaire.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2103120" cy="411480"/>
          </a:xfrm>
          <a:prstGeom prst="roundRect">
            <a:avLst/>
          </a:prstGeom>
          <a:solidFill>
            <a:srgbClr val="0E9488"/>
          </a:solidFill>
          <a:ln w="15240">
            <a:solidFill>
              <a:srgbClr val="0E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7731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Solution mobile terrain</a:t>
            </a:r>
          </a:p>
        </p:txBody>
      </p:sp>
      <p:pic>
        <p:nvPicPr>
          <p:cNvPr id="9" name="Picture 8" descr="current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44805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471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828800" cy="256032"/>
          </a:xfrm>
          <a:prstGeom prst="roundRect">
            <a:avLst/>
          </a:prstGeom>
          <a:solidFill>
            <a:srgbClr val="0E9488"/>
          </a:solidFill>
          <a:ln w="15240">
            <a:solidFill>
              <a:srgbClr val="0E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046"/>
                </a:solidFill>
              </a:rPr>
              <a:t>Trouver rapidement un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Recherche geolocalisee, navigation et information utile au citoyen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66928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urrent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5358384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17320"/>
            <a:ext cx="48920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046"/>
                </a:solidFill>
              </a:rPr>
              <a:t>Ce que montre cet ecran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3408" y="2240280"/>
            <a:ext cx="201168" cy="201168"/>
          </a:xfrm>
          <a:prstGeom prst="roundRect">
            <a:avLst/>
          </a:prstGeom>
          <a:solidFill>
            <a:srgbClr val="0E9488"/>
          </a:solidFill>
          <a:ln w="15240">
            <a:solidFill>
              <a:srgbClr val="0E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212848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Carte mobile avec centres visibles autour de l'utilisateur.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3408" y="2953512"/>
            <a:ext cx="201168" cy="201168"/>
          </a:xfrm>
          <a:prstGeom prst="roundRect">
            <a:avLst/>
          </a:prstGeom>
          <a:solidFill>
            <a:srgbClr val="0E9488"/>
          </a:solidFill>
          <a:ln w="15240">
            <a:solidFill>
              <a:srgbClr val="0E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926080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Recherche par nom ou par service de sante.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3408" y="3666744"/>
            <a:ext cx="201168" cy="201168"/>
          </a:xfrm>
          <a:prstGeom prst="roundRect">
            <a:avLst/>
          </a:prstGeom>
          <a:solidFill>
            <a:srgbClr val="0E9488"/>
          </a:solidFill>
          <a:ln w="15240">
            <a:solidFill>
              <a:srgbClr val="0E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639312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Notation, satisfaction et acces direct a l'itineraire.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3408" y="4379976"/>
            <a:ext cx="201168" cy="201168"/>
          </a:xfrm>
          <a:prstGeom prst="roundRect">
            <a:avLst/>
          </a:prstGeom>
          <a:solidFill>
            <a:srgbClr val="0E9488"/>
          </a:solidFill>
          <a:ln w="15240">
            <a:solidFill>
              <a:srgbClr val="0E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352544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Consultation possible depuis le terrain, en conditions reelles.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492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Capture reelle de l'application mobile en fonctionnement.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471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828800" cy="256032"/>
          </a:xfrm>
          <a:prstGeom prst="roundRect">
            <a:avLst/>
          </a:prstGeom>
          <a:solidFill>
            <a:srgbClr val="DC2626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046"/>
                </a:solidFill>
              </a:rPr>
              <a:t>Urgence sanitaire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Signalement cible vers le bon service medical ou de secours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66928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rgence-sanit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5358384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17320"/>
            <a:ext cx="48920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046"/>
                </a:solidFill>
              </a:rPr>
              <a:t>Ce que montre cet ecran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3408" y="2240280"/>
            <a:ext cx="201168" cy="201168"/>
          </a:xfrm>
          <a:prstGeom prst="roundRect">
            <a:avLst/>
          </a:prstGeom>
          <a:solidFill>
            <a:srgbClr val="DC2626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212848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Choix du service de prise en charge : SAMU ou sapeurs-pompiers.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3408" y="2953512"/>
            <a:ext cx="201168" cy="201168"/>
          </a:xfrm>
          <a:prstGeom prst="roundRect">
            <a:avLst/>
          </a:prstGeom>
          <a:solidFill>
            <a:srgbClr val="DC2626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926080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Typologie d'urgence adaptee au service selectionne.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3408" y="3666744"/>
            <a:ext cx="201168" cy="201168"/>
          </a:xfrm>
          <a:prstGeom prst="roundRect">
            <a:avLst/>
          </a:prstGeom>
          <a:solidFill>
            <a:srgbClr val="DC2626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639312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Ajout du lieu, de la description, de photos et de la position GPS.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3408" y="4379976"/>
            <a:ext cx="201168" cy="201168"/>
          </a:xfrm>
          <a:prstGeom prst="roundRect">
            <a:avLst/>
          </a:prstGeom>
          <a:solidFill>
            <a:srgbClr val="DC2626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352544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Flux pense pour reduire le temps d'alerte et faciliter la coordination.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492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Capture reelle de l'application mobile en fonctionnement.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471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828800" cy="256032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046"/>
                </a:solidFill>
              </a:rPr>
              <a:t>Urgence securitaire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Alerte mobile pour la police, la gendarmerie ou la protection civile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66928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rgence-securit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5358384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17320"/>
            <a:ext cx="48920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046"/>
                </a:solidFill>
              </a:rPr>
              <a:t>Ce que montre cet ecran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3408" y="2240280"/>
            <a:ext cx="201168" cy="201168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212848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Adressage direct a l'autorite competente selon la nature de l'incident.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3408" y="2953512"/>
            <a:ext cx="201168" cy="201168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926080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Prise de photo et capture de position GPS sur le terrain.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3408" y="3666744"/>
            <a:ext cx="201168" cy="201168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639312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Historique des urgences deja transmises par l'usager.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3408" y="4379976"/>
            <a:ext cx="201168" cy="201168"/>
          </a:xfrm>
          <a:prstGeom prst="roundRect">
            <a:avLst/>
          </a:prstGeom>
          <a:solidFill>
            <a:srgbClr val="6F42C1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352544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Un module utile pour la securite communautaire et la gestion de crise.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492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Capture reelle de l'application mobile en fonctionnement.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471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828800" cy="256032"/>
          </a:xfrm>
          <a:prstGeom prst="roundRect">
            <a:avLst/>
          </a:prstGeom>
          <a:solidFill>
            <a:srgbClr val="2658D6"/>
          </a:solidFill>
          <a:ln w="15240">
            <a:solidFill>
              <a:srgbClr val="265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046"/>
                </a:solidFill>
              </a:rPr>
              <a:t>Plaintes et retour citoyen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Un canal simple pour remonter les difficultes vecues dans les centres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66928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ai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5358384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17320"/>
            <a:ext cx="48920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2046"/>
                </a:solidFill>
              </a:rPr>
              <a:t>Ce que montre cet ecran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3408" y="2240280"/>
            <a:ext cx="201168" cy="201168"/>
          </a:xfrm>
          <a:prstGeom prst="roundRect">
            <a:avLst/>
          </a:prstGeom>
          <a:solidFill>
            <a:srgbClr val="2658D6"/>
          </a:solidFill>
          <a:ln w="15240">
            <a:solidFill>
              <a:srgbClr val="265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212848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Plainte liee a un centre ou plainte generale.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3408" y="2953512"/>
            <a:ext cx="201168" cy="201168"/>
          </a:xfrm>
          <a:prstGeom prst="roundRect">
            <a:avLst/>
          </a:prstGeom>
          <a:solidFill>
            <a:srgbClr val="2658D6"/>
          </a:solidFill>
          <a:ln w="15240">
            <a:solidFill>
              <a:srgbClr val="265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926080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Recherche rapide d'un etablissement depuis la base locale.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3408" y="3666744"/>
            <a:ext cx="201168" cy="201168"/>
          </a:xfrm>
          <a:prstGeom prst="roundRect">
            <a:avLst/>
          </a:prstGeom>
          <a:solidFill>
            <a:srgbClr val="2658D6"/>
          </a:solidFill>
          <a:ln w="15240">
            <a:solidFill>
              <a:srgbClr val="265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639312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Sujets predefinis pour guider l'usager et normaliser les remontes.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3408" y="4379976"/>
            <a:ext cx="201168" cy="201168"/>
          </a:xfrm>
          <a:prstGeom prst="roundRect">
            <a:avLst/>
          </a:prstGeom>
          <a:solidFill>
            <a:srgbClr val="2658D6"/>
          </a:solidFill>
          <a:ln w="15240">
            <a:solidFill>
              <a:srgbClr val="265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352544"/>
            <a:ext cx="3977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Un levier concret de redevabilite et d'amelioration continue.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492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Capture reelle de l'application mobile en fonctionnement.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471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02920"/>
            <a:ext cx="1828800" cy="256032"/>
          </a:xfrm>
          <a:prstGeom prst="roundRect">
            <a:avLst/>
          </a:prstGeom>
          <a:solidFill>
            <a:srgbClr val="0E9488"/>
          </a:solidFill>
          <a:ln w="15240">
            <a:solidFill>
              <a:srgbClr val="0E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42046"/>
                </a:solidFill>
              </a:rPr>
              <a:t>Pourquoi cette application mobile est strategique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Une solution simple a deployer et facile a adopter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10515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046"/>
                </a:solidFill>
              </a:rPr>
              <a:t>Acces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865376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Le citoyen localise rapidement le bon point de prise en charge.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24912"/>
            <a:ext cx="10515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62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046"/>
                </a:solidFill>
              </a:rPr>
              <a:t>Reactivite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852928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Les urgences remontent avec contexte, service cible et geolocalisation.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12464"/>
            <a:ext cx="10515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496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046"/>
                </a:solidFill>
              </a:rPr>
              <a:t>Confiance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84048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Les plaintes et evaluations structurent l'ecoute usager.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00016"/>
            <a:ext cx="105156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37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046"/>
                </a:solidFill>
              </a:rPr>
              <a:t>Pilotage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828032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Le mobile alimente un dispositif plus large de supervision sanitaire.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</a:rPr>
              <a:t>Captures reelles generees depuis l'application mobile connectee.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