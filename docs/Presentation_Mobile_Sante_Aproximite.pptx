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5A7A"/>
                </a:solidFill>
              </a:rPr>
              <a:t>SANTE APROXIMITE</a:t>
            </a:r>
          </a:p>
          <a:p>
            <a:r>
              <a:rPr sz="1600" b="0">
                <a:solidFill>
                  <a:srgbClr val="475569"/>
                </a:solidFill>
              </a:rPr>
              <a:t>Presentation orientee mobile pour autorites sanitaires, gouvernement et bailleurs</a:t>
            </a:r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7315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Pourquoi l'approche mobile est decisive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Le smartphone est le point de contact le plus direct entre le citoyen, le centre de sante et l'urgence.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Une experience mobile simple accelere l'adoption sur le terrain et rend l'impact visible tres vite.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Les usages prioritaires sont concrets: chercher un centre, signaler une urgence, deposer une plainte, suivre une reponse.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Cette approche parle fortement aux bailleurs car elle combine utilite sociale, preuves d'usage et capacite de passage a l'echelle.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mobile 1 - Trouver un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Experience smartphone de recherche, orientation et navigation</a:t>
            </a:r>
          </a:p>
        </p:txBody>
      </p:sp>
      <p:pic>
        <p:nvPicPr>
          <p:cNvPr id="4" name="Picture 3" descr="mobile-01-near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Recherche de centres a proximite par GPS.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Consultation des services, du plateau technique et des avis.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Navigation directe vers le point de prise en charge.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mobile 2 - Alerte d'urgence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Signalement mobile avec GPS, service cible et suivi du statut</a:t>
            </a:r>
          </a:p>
        </p:txBody>
      </p:sp>
      <p:pic>
        <p:nvPicPr>
          <p:cNvPr id="4" name="Picture 3" descr="mobile-02-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citoyen envoie une alerte au bon service en quelques secondes.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GPS et les informations du terrain reduisent les pertes de temps.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suivi de l'alerte rassure l'usager et valorise la reponse publique.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mobile 3 - Plaintes et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Participation citoyenne et boucle de redevabilite</a:t>
            </a:r>
          </a:p>
        </p:txBody>
      </p:sp>
      <p:pic>
        <p:nvPicPr>
          <p:cNvPr id="4" name="Picture 3" descr="mobile-03-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Deposer une plainte devient simple et accessible.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L'usager peut suivre l'etat d'avancement et valider la resolution.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Les autorites obtiennent une mesure continue de la qualite percue.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mobile 4 - Responsable de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Le chef d'etablissement agit aussi depuis son telephone</a:t>
            </a:r>
          </a:p>
        </p:txBody>
      </p:sp>
      <p:pic>
        <p:nvPicPr>
          <p:cNvPr id="4" name="Picture 3" descr="mobile-04-ch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Creation et mise a jour du centre depuis mobile.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Suivi des indicateurs de satisfaction et des plaintes.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Reponse rapide aux remontées du terrain.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Vue complementaire - Pilotage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</a:rPr>
              <a:t>Le mobile est complete par un back-office de supervision</a:t>
            </a:r>
          </a:p>
        </p:txBody>
      </p:sp>
      <p:pic>
        <p:nvPicPr>
          <p:cNvPr id="4" name="Picture 3" descr="01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0876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Les donnees mobiles alimentent les tableaux de bord institutionnels.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web sert a la supervision, a la regulation et au reporting.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</a:rPr>
              <a:t>Le couple mobile + web est la force structurelle de la plateforme.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Ce que finance un partenaire en soutenant l'approche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Un acces plus rapide aux soins pour les populations.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Une meilleure remontee des urgences et des plaintes depuis le terrain.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Une infrastructure digitale visible, tangible et facilement demonstrable.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Une base de donnees utile a la supervision ministerielle et au reporting bailleurs.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5A7A"/>
                </a:solidFill>
              </a:rPr>
              <a:t>Prochaine etape recommandee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Organiser une demonstration institutionnelle guidee.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Choisir un territoire pilote et definir les indicateurs de succes.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Structurer un partenariat en trois volets: technologie, deploiement, accompagnement.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93B"/>
                </a:solidFill>
              </a:rPr>
              <a:t>Lancer ensuite la communication officielle et la mobilisation des bailleurs.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